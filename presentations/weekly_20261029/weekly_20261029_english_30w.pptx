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d3a301abf94443" /><Relationship Type="http://schemas.openxmlformats.org/officeDocument/2006/relationships/extended-properties" Target="/docProps/app.xml" Id="R9165d5519a68488b" /><Relationship Type="http://schemas.openxmlformats.org/officeDocument/2006/relationships/officeDocument" Target="/ppt/presentation.xml" Id="R5d2b398f77ab4b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08f94b18b34d62"/>
  </p:sldMasterIdLst>
  <p:notesMasterIdLst>
    <p:notesMasterId xmlns:r="http://schemas.openxmlformats.org/officeDocument/2006/relationships" r:id="Rd2e34191d92b40dd"/>
  </p:notesMasterIdLst>
  <p:sldIdLst>
    <p:sldId xmlns:r="http://schemas.openxmlformats.org/officeDocument/2006/relationships" id="256" r:id="Rb539c0c24beb475e"/>
    <p:sldId xmlns:r="http://schemas.openxmlformats.org/officeDocument/2006/relationships" id="257" r:id="R1a2cb4e75b2646eb"/>
    <p:sldId xmlns:r="http://schemas.openxmlformats.org/officeDocument/2006/relationships" id="258" r:id="Re2ec917e25a44556"/>
    <p:sldId xmlns:r="http://schemas.openxmlformats.org/officeDocument/2006/relationships" id="259" r:id="R615b38e118dc4a08"/>
    <p:sldId xmlns:r="http://schemas.openxmlformats.org/officeDocument/2006/relationships" id="260" r:id="R51e1c74341c047bc"/>
    <p:sldId xmlns:r="http://schemas.openxmlformats.org/officeDocument/2006/relationships" id="261" r:id="Ra90747cd58984512"/>
    <p:sldId xmlns:r="http://schemas.openxmlformats.org/officeDocument/2006/relationships" id="262" r:id="Rf0bc18ac014d4af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de0ec45ac8436f" /><Relationship Type="http://schemas.openxmlformats.org/officeDocument/2006/relationships/slideMaster" Target="/ppt/slideMasters/slideMaster1.xml" Id="Rf308f94b18b34d62" /><Relationship Type="http://schemas.openxmlformats.org/officeDocument/2006/relationships/notesMaster" Target="/ppt/notesMasters/notesMaster1.xml" Id="Rd2e34191d92b40dd" /><Relationship Type="http://schemas.openxmlformats.org/officeDocument/2006/relationships/presProps" Target="/ppt/presProps.xml" Id="R13e9bd7e455741e2" /><Relationship Type="http://schemas.openxmlformats.org/officeDocument/2006/relationships/tableStyles" Target="/ppt/tableStyles.xml" Id="R14aa463c75fa4ea7" /><Relationship Type="http://schemas.openxmlformats.org/officeDocument/2006/relationships/slide" Target="/ppt/slides/slide1.xml" Id="Rb539c0c24beb475e" /><Relationship Type="http://schemas.openxmlformats.org/officeDocument/2006/relationships/slide" Target="/ppt/slides/slide2.xml" Id="R1a2cb4e75b2646eb" /><Relationship Type="http://schemas.openxmlformats.org/officeDocument/2006/relationships/slide" Target="/ppt/slides/slide3.xml" Id="Re2ec917e25a44556" /><Relationship Type="http://schemas.openxmlformats.org/officeDocument/2006/relationships/slide" Target="/ppt/slides/slide4.xml" Id="R615b38e118dc4a08" /><Relationship Type="http://schemas.openxmlformats.org/officeDocument/2006/relationships/slide" Target="/ppt/slides/slide5.xml" Id="R51e1c74341c047bc" /><Relationship Type="http://schemas.openxmlformats.org/officeDocument/2006/relationships/slide" Target="/ppt/slides/slide6.xml" Id="Ra90747cd58984512" /><Relationship Type="http://schemas.openxmlformats.org/officeDocument/2006/relationships/slide" Target="/ppt/slides/slide7.xml" Id="Rf0bc18ac014d4a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e9c6abe04e4c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7bc543e4e24991" /><Relationship Type="http://schemas.openxmlformats.org/officeDocument/2006/relationships/notesMaster" Target="/ppt/notesMasters/notesMaster1.xml" Id="Ra8838eadd40e4c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19dd375b1f4a8f" /><Relationship Type="http://schemas.openxmlformats.org/officeDocument/2006/relationships/notesMaster" Target="/ppt/notesMasters/notesMaster1.xml" Id="Rb669e67598e94f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75156cdf1c4cf8" /><Relationship Type="http://schemas.openxmlformats.org/officeDocument/2006/relationships/notesMaster" Target="/ppt/notesMasters/notesMaster1.xml" Id="R496e0672dc644c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2a72e057d44742" /><Relationship Type="http://schemas.openxmlformats.org/officeDocument/2006/relationships/notesMaster" Target="/ppt/notesMasters/notesMaster1.xml" Id="R8043103e049648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6faf13e9724ff0" /><Relationship Type="http://schemas.openxmlformats.org/officeDocument/2006/relationships/notesMaster" Target="/ppt/notesMasters/notesMaster1.xml" Id="Rd19702685db94e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92cabafe524711" /><Relationship Type="http://schemas.openxmlformats.org/officeDocument/2006/relationships/notesMaster" Target="/ppt/notesMasters/notesMaster1.xml" Id="R54cfe9a79ee949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ee58e4264845f0" /><Relationship Type="http://schemas.openxmlformats.org/officeDocument/2006/relationships/notesMaster" Target="/ppt/notesMasters/notesMaster1.xml" Id="Rc807999d2a7746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Weekly update. This deck distinguishes the proposed deadline scheduler from the implemented fixed-center FOV sweep. No measured network jitter or deadline-miss improvement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only, not measured data. 90 FPS gives a frame period of 1000/90=11.11 ms. Frame period is not an established end-to-end deadline. The bars illustrate arrival/decode variability relative to a chosen display deadline.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adaptive mechanism, not implemented/validated. After inputs are ready, more remaining reconstruction time allows a larger full-resolution region; less time calls for a smaller region. The half-resolution base still covers the full image. Region sizes in this schematic are illustrative, not quantitative. Current implementation covers a fixed-center FOV sweep and latency profiles.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results/fov_scales_full_20261029/scale_results.json and README.md. Same 30W CUDA C++ run: 1068 valid forward odd frames, 3 warmups, 5 timed repetitions per frame, one quality output per configuration/frame. Resident whole-pipeline GPU event timing without internal stage markers, fast resampling, dynamic clocks. This differs from the previous small-sample staged experiment. Mechanism: half-resolution base + padded full-resolution ROI + feather overlay. The full output is 960x540 (1.0x). Region scale is ROI width divided by full-image width: 96x54 =&gt; 0.1x, 240x135 =&gt; 0.25x, 480x270 =&gt; 0.5x, 720x405 =&gt; 0.75x. Width and height both follow these scales. ROI extent scale is not sampling resolution: pixels within the ROI remain full-resolution. The base samples at 0.5x width and 0.5x height (480x270) while covering the entire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results/fov_scales_full_20261029/scale_results.json and README.md. Same 30W CUDA C++ run: 1068 valid forward odd frames, 3 warmups, 5 timed repetitions per frame, one quality output per configuration/frame. Resident whole-pipeline GPU event timing without internal stage markers, fast resampling, dynamic clocks. This differs from the previous small-sample staged experiment. Arithmetic means of all 5340 recorded resident whole-pipeline GPU timings per configuration, not wall time. No internal stage markers. Full uses the paired baseline from the 0.25x configuration. Fixed decode budget is 2 ms once per frame, not measured joint RGB/depth/flow decoding or measured end-to-end timing. No input/output copies, network or display. Savings may include reduced clearing and resampling work; no optimal Full baseline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results/fov_scales_full_20261029/scale_results.json and README.md. Same 30W CUDA C++ run: 1068 valid forward odd frames, 3 warmups, 5 timed repetitions per frame, one quality output per configuration/frame. Resident whole-pipeline GPU event timing without internal stage markers, fast resampling, dynamic clocks. This differs from the previous small-sample staged experiment. Original uint8-overflow PSNR preserved. Stereo delta is derived only if left eye remains unchanged and per-eye PSNR dB is averaged. Quality and timing use the same 30W 1068-frame experiment: 3 warmups and 5 timing samples per frame, one quality output per configuration/frame. Timing is never divided by two. Latency adds a fixed 2 ms per-frame decode budget once, not measured decoding or end-to-end latency. Source: results/fov_scales_full_20261029/scale_results.json.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future work; no measured jitter trace or deadline-miss reduction exists in the current experiment. Slides 5–6 add a fixed 2 ms decode budget to local reconstruction means. Other timing values are local reconstruction measurements. None are measured end-to-end VR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573e356ce948d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20de42a0e3401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d816d5f2e146c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40adbc97e44e5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8f880fc306495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cddffc7f4642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56B61E-6F12-41FF-82B5-C7DB83FF10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3E56DEB-E7B5-4B7D-9E1D-D9FC17A587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4C64E40-54CD-4D7E-8241-8C74044B27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4EB934-449C-4E12-83DC-0592C95AAE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20A3173-92E1-4118-A89A-2ADC1C45EA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99173B2-457A-4516-8CCA-782998DAD2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7041428-08D6-42BE-8E2C-A1D2C73A96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361810E-580C-4F59-B861-A54ABA3F728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EDE04E-21E5-4A13-A4F6-CE3C05FCA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7E3F32-BC89-457D-B886-6592441752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f524ad8e764e26" /><Relationship Type="http://schemas.openxmlformats.org/officeDocument/2006/relationships/slideLayout" Target="/ppt/slideLayouts/slideLayout1.xml" Id="R4e61cfc36b694702" /><Relationship Type="http://schemas.openxmlformats.org/officeDocument/2006/relationships/slideLayout" Target="/ppt/slideLayouts/slideLayout2.xml" Id="R82e3c27429bd4427" /><Relationship Type="http://schemas.openxmlformats.org/officeDocument/2006/relationships/slideLayout" Target="/ppt/slideLayouts/slideLayout3.xml" Id="Rd3884a5e79154551" /><Relationship Type="http://schemas.openxmlformats.org/officeDocument/2006/relationships/slideLayout" Target="/ppt/slideLayouts/slideLayout4.xml" Id="R38ccc95140b94a01" /><Relationship Type="http://schemas.openxmlformats.org/officeDocument/2006/relationships/slideLayout" Target="/ppt/slideLayouts/slideLayout5.xml" Id="R2a902b4618f94d45" /><Relationship Type="http://schemas.openxmlformats.org/officeDocument/2006/relationships/slideLayout" Target="/ppt/slideLayouts/slideLayout6.xml" Id="Re7d2499ac55a4c9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61cfc36b694702"/>
    <p:sldLayoutId xmlns:r="http://schemas.openxmlformats.org/officeDocument/2006/relationships" id="2147483650" r:id="R82e3c27429bd4427"/>
    <p:sldLayoutId xmlns:r="http://schemas.openxmlformats.org/officeDocument/2006/relationships" id="2147483651" r:id="Rd3884a5e79154551"/>
    <p:sldLayoutId xmlns:r="http://schemas.openxmlformats.org/officeDocument/2006/relationships" id="2147483652" r:id="R38ccc95140b94a01"/>
    <p:sldLayoutId xmlns:r="http://schemas.openxmlformats.org/officeDocument/2006/relationships" id="2147483653" r:id="R2a902b4618f94d45"/>
    <p:sldLayoutId xmlns:r="http://schemas.openxmlformats.org/officeDocument/2006/relationships" id="2147483654" r:id="Re7d2499ac55a4c9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906807e69849b5" /><Relationship Type="http://schemas.openxmlformats.org/officeDocument/2006/relationships/notesSlide" Target="/ppt/notesSlides/notesSlide1.xml" Id="R36f1fc8f11944a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35561038c341bc" /><Relationship Type="http://schemas.openxmlformats.org/officeDocument/2006/relationships/notesSlide" Target="/ppt/notesSlides/notesSlide2.xml" Id="R92f76d20a04e4e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39285da6cf4f01" /><Relationship Type="http://schemas.openxmlformats.org/officeDocument/2006/relationships/notesSlide" Target="/ppt/notesSlides/notesSlide3.xml" Id="Re90e3382139b48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65a0a586164d86" /><Relationship Type="http://schemas.openxmlformats.org/officeDocument/2006/relationships/notesSlide" Target="/ppt/notesSlides/notesSlide4.xml" Id="Rd27892b8c28c42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ce817f202e49a9" /><Relationship Type="http://schemas.openxmlformats.org/officeDocument/2006/relationships/chart" Target="/ppt/slides/charts/chart1.xml" Id="Re03d09c5d506474d" /><Relationship Type="http://schemas.openxmlformats.org/officeDocument/2006/relationships/notesSlide" Target="/ppt/notesSlides/notesSlide5.xml" Id="R3ecdbfc55c4245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39ef6719634602" /><Relationship Type="http://schemas.openxmlformats.org/officeDocument/2006/relationships/notesSlide" Target="/ppt/notesSlides/notesSlide6.xml" Id="Rab12e748323043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2ff80d149b41b7" /><Relationship Type="http://schemas.openxmlformats.org/officeDocument/2006/relationships/notesSlide" Target="/ppt/notesSlides/notesSlide7.xml" Id="R6ef7b65b2d504c2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stacked"/>
        <c:varyColors val="0"/>
        <c:ser>
          <c:idx val="0"/>
          <c:order val="0"/>
          <c:tx>
            <c:v>Measured reconstruction</c:v>
          </c:tx>
          <c:spPr>
            <a:solidFill xmlns:a="http://schemas.openxmlformats.org/drawingml/2006/main">
              <a:srgbClr val="086B93"/>
            </a:solidFill>
          </c:spPr>
          <c:invertIfNegative val="0"/>
          <c:cat>
            <c:strRef>
              <c:f>'Chart Data'!$A$2:$A$6</c:f>
              <c:strCache>
                <c:ptCount val="5"/>
                <c:pt idx="0">
                  <c:v>Full</c:v>
                </c:pt>
                <c:pt idx="1">
                  <c:v>0.1×</c:v>
                </c:pt>
                <c:pt idx="2">
                  <c:v>0.25×</c:v>
                </c:pt>
                <c:pt idx="3">
                  <c:v>0.5×</c:v>
                </c:pt>
                <c:pt idx="4">
                  <c:v>0.75×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8.882</c:v>
                </c:pt>
                <c:pt idx="1">
                  <c:v>3.631</c:v>
                </c:pt>
                <c:pt idx="2">
                  <c:v>4.257</c:v>
                </c:pt>
                <c:pt idx="3">
                  <c:v>6.158</c:v>
                </c:pt>
                <c:pt idx="4">
                  <c:v>9.039</c:v>
                </c:pt>
              </c:numCache>
            </c:numRef>
          </c:val>
        </c:ser>
        <c:ser>
          <c:idx val="1"/>
          <c:order val="1"/>
          <c:tx>
            <c:v>Fixed decode budget (2 ms)</c:v>
          </c:tx>
          <c:spPr>
            <a:solidFill xmlns:a="http://schemas.openxmlformats.org/drawingml/2006/main">
              <a:srgbClr val="D17B28"/>
            </a:solidFill>
          </c:spPr>
          <c:invertIfNegative val="0"/>
          <c:cat>
            <c:strRef>
              <c:f>'Chart Data'!$C$2:$C$6</c:f>
              <c:strCache>
                <c:ptCount val="5"/>
                <c:pt idx="0">
                  <c:v>Full</c:v>
                </c:pt>
                <c:pt idx="1">
                  <c:v>0.1×</c:v>
                </c:pt>
                <c:pt idx="2">
                  <c:v>0.25×</c:v>
                </c:pt>
                <c:pt idx="3">
                  <c:v>0.5×</c:v>
                </c:pt>
                <c:pt idx="4">
                  <c:v>0.75×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FE5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Arial"/>
                    <a:ea typeface="Arial"/>
                    <a:cs typeface="Arial"/>
                  </a:rPr>
                  <a:t>Decode + GPU reconstruction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31B366-2261-4CA3-A4F6-3C93D194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Deadline-aware</a:t>
            </a:r>
          </a:p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Foveated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B64A86-41B4-4018-A123-111331AE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325" b="0">
                <a:solidFill>
                  <a:srgbClr val="086B93"/>
                </a:solidFill>
                <a:latin typeface="Arial"/>
                <a:ea typeface="Arial"/>
                <a:cs typeface="Arial"/>
              </a:rPr>
              <a:t>Research weekly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919AF6-57B0-43BB-9D3B-C7484D24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Network jitter, reconstruction design, and Xavier measurements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A085C-C1D9-447B-B492-95E14929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483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2026-10-29</a:t>
            </a:r>
          </a:p>
        </p:txBody>
      </p:sp>
    </p:spTree>
    <p:extLst>
      <p:ext uri="{BB962C8B-B14F-4D97-AF65-F5344CB8AC3E}">
        <p14:creationId xmlns:p14="http://schemas.microsoft.com/office/powerpoint/2010/main" val="9088299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B02E36-C599-4A4F-816A-27653C3C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Jitter reduces the reconstruction budget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001038-B31A-4B98-ADC5-6C9BC270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46BDE2-E62C-4BF8-A7B1-8FC97AE5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693C0-EAA2-4246-9DDB-63374547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Later input readiness leaves less time before the display deadline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BA93F7-732F-47CB-A93D-309FF8CB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Early arrival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5DA816-2638-41A5-8D72-908D6081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79AE19-21E0-4A6E-AA54-9E4433BA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6500"/>
            <a:ext cx="550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B9A4CC-7537-4BDF-81D2-CBCB5611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76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746EE6-9B3A-484A-8FC4-A8DDA27F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52700"/>
            <a:ext cx="607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55872A-81A7-4779-BF5D-67081D1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B628EA-B1A2-4027-B614-857317F3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Typical arrival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F305D-ADCE-48B5-9E8C-0C274BD4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290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04BFB6-0905-4D94-8724-91EDE16A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95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AE3A98-44CF-4F77-BBEB-CC17A61D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4290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FB1F65-409A-44AC-86E1-8FB224D2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05200"/>
            <a:ext cx="4267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C6E4FB-48D6-47E3-9BFF-FB5AC3AA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766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6B9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D9E7B1-678B-4C9E-B5FB-E995D3A3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29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 arrival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7311ED-961E-4DE7-9D8E-49CCAEE4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815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859C60-0F59-487D-85B1-E3042BA2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8150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CB488B-C44B-49E9-8041-08831885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381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7D9F8B-4CD0-4CFA-AFB0-23DD83A2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57700"/>
            <a:ext cx="226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6F28F0-E659-4D9A-87F4-60CC48C0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29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84ED23-FEDC-423A-906C-CFB7A0B5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171700"/>
            <a:ext cx="0" cy="2895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F8C550-3C16-4011-94F6-8846C615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95475"/>
            <a:ext cx="1952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Deadline 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39B664-F2AE-4C2A-A109-CD81D22F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339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D17B28"/>
                </a:solidFill>
                <a:latin typeface="Arial"/>
                <a:ea typeface="Arial"/>
                <a:cs typeface="Arial"/>
              </a:rPr>
              <a:t>Display reserve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5C719B-4085-498E-B153-C067208A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006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Transfer + decode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2677C9-24FC-4F68-AE9D-E745C0F4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006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 = D − t_ready − T_display − margin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010137-F9FF-4BF4-B84F-81B5BF9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Schematic, not a measured jitter trace. A 90 FPS frame period is 11.11 ms, not a validated end-to-end deadline.</a:t>
            </a:r>
          </a:p>
        </p:txBody>
      </p:sp>
    </p:spTree>
    <p:extLst>
      <p:ext uri="{BB962C8B-B14F-4D97-AF65-F5344CB8AC3E}">
        <p14:creationId xmlns:p14="http://schemas.microsoft.com/office/powerpoint/2010/main" val="6424122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5A061E-2B64-45FD-A7D0-80D5A98A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Adapt the full-resolution region to available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24ABD-D0AF-4831-B542-C2A23BDC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AF6682-BAE4-4394-8690-6E79D912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14EDE-D2BC-4D69-986C-302916D13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More time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79DFA3-755C-41E1-AAC9-56B3C028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05075"/>
            <a:ext cx="138112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6DC108-746A-4105-BCAA-8B013835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14475"/>
            <a:ext cx="3429000" cy="1928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7F84B9-7426-4B5B-A8AE-33281E7B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03797"/>
            <a:ext cx="2400300" cy="13501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37B65E-7CED-47B6-9D4D-5E25CAA8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765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Larger full-resolution region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CC6E87-8B8C-4D15-AEC0-2E55DB75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Less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22CAE1-D0BC-4019-8344-8E8CFC14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76775"/>
            <a:ext cx="138112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E444CD-C497-4B92-95A6-9F51514C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57625"/>
            <a:ext cx="3429000" cy="1928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30FBFC-02D3-4EC0-AC28-0F3A6502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532709"/>
            <a:ext cx="1028700" cy="5786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F9E5DA-1B5B-4167-BC57-4D5EF226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482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Smaller full-resolution region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9C3F46-2449-405D-BB5A-6094E3FE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Proposed adaptation. Fixed-center levels are measured; scheduling and deadline-miss reduction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21474221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0B444B-C51E-4889-88B1-CE3E85C4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Half-resolution base with a full-resolution center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DE328E-5218-49CB-98CC-EE337688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2AAEEF-B888-4FE0-B4DE-F3CF99C1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93E3B2-DF85-4C0E-AA5D-9E0C3D4C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Shared image, disparity, and optical-flow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BC88C0-3C43-4EF0-8760-B951C1C2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320794-C25A-4839-8860-EA2B91A2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266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Base sampling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0.5× width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0.5× height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9342B-A440-49DC-A3B7-9F514187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Base covers the whole 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8EABF-FB5A-4E81-9942-5539C8CF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2C8C73-9262-4AF5-9396-22D5E0F0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956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0B800-F6DC-4818-8318-6382A454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051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ROI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89AC21-4931-4CED-992A-4605D2AE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924175"/>
            <a:ext cx="428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2E2D93-2AE9-45E0-AECF-896A487E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Full resolution within the ROI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659BDD-41E6-4FB3-B2EF-B9C07A4A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67050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66DD6A-AF8E-4F0E-89DB-0C0E9249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622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A1E445-AC6A-40CA-A356-8A6F1E0C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895600"/>
            <a:ext cx="857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3862AD-C493-46AD-84EA-AA572B20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005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Upsample + blend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E1F6B8-FB5D-4836-BF0E-B8974149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857750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1.0×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FB4767-1894-406A-968F-7E13A952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Full-resolution region width: 0.1×, 0.25×, 0.5×, 0.75×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8715CB-92A6-47B6-AD82-6F29E6E4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Region scale = region width / image width. Sampling inside the region stays at full resolution.</a:t>
            </a:r>
          </a:p>
        </p:txBody>
      </p:sp>
    </p:spTree>
    <p:extLst>
      <p:ext uri="{BB962C8B-B14F-4D97-AF65-F5344CB8AC3E}">
        <p14:creationId xmlns:p14="http://schemas.microsoft.com/office/powerpoint/2010/main" val="20288446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61B034-0E03-4A3A-B60A-725BF61B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30W CUDA C++: decode budget +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CD673-CD30-486E-8726-2E28CBF9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DFD84A-E1A8-423E-A924-E5B471BC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7FFD565B-E74F-4B7B-8BEF-96B9369D3738}"/>
              </a:ext>
            </a:extLst>
          </p:cNvPr>
          <p:cNvGraphicFramePr/>
          <p:nvPr/>
        </p:nvGraphicFramePr>
        <p:xfrm>
          <a:off xmlns:a="http://schemas.openxmlformats.org/drawingml/2006/main" x="609600" y="1828800"/>
          <a:ext xmlns:a="http://schemas.openxmlformats.org/drawingml/2006/main" cx="7715250" cy="3752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3d09c5d506474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B18D00-8C1B-4B62-A646-86E637B0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06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1068 frames at 30W; 5 repetitions/frame. GPU timing, not wall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A56016-B867-4E67-B90B-80C353DB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28825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6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0.25× region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BFCCA9-1ECE-40EC-A3BA-71407D23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955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3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6.257 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5C357C-DF8B-48C5-B661-AB67BF26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528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decode + reconstruction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63A0AB-D86B-411E-8D73-B0948BF7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1955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45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1.74×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474BB0-FC29-4A2C-ACBB-239A693A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672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versus Full + decode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B0DAF-1E89-47E3-A431-A363FB2B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Derived budget, not measured end-to-end. Copies excluded. Includes clearing and resampling; no optimal-Full claim.</a:t>
            </a:r>
          </a:p>
        </p:txBody>
      </p:sp>
    </p:spTree>
    <p:extLst>
      <p:ext uri="{BB962C8B-B14F-4D97-AF65-F5344CB8AC3E}">
        <p14:creationId xmlns:p14="http://schemas.microsoft.com/office/powerpoint/2010/main" val="214652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99C8F-677E-452E-8AB0-B3AB3580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Quality and timing across region sizes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974AA6-01A6-4885-AB7B-DD352FFC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516E5-504C-4F59-AA11-7BC137A2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A04D3-D71D-411C-BD6D-6D2A05525EDF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619375"/>
                <a:gridCol w="2724150"/>
                <a:gridCol w="3105150"/>
              </a:tblGrid>
              <a:tr h="64198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Region width scale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Decode + recon mean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Right-eye ΔPSNR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Stereo mean ΔPSNR*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6419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0.1×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5.631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-0.1718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-0.0859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0.25×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6.257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-0.1569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-0.0785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6419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0.5×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8.158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-0.1198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-0.0599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0.75×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11.039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-0.0669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-0.0335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45179-391D-423F-9121-20793BFE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* Unchanged left eye, mean per-eye PSNR in dB: stereo difference = right-eye difference /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48659-FF28-42E5-954B-0BB80CEC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ΔPSNR = FOV − full, using original overflow PSNR. Standard PSNR can show a different trend.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BFA6A6-0EAB-4D78-A498-A8CB4D15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Quality and timing: same 30W run, 1068 frames. Timing adds a fixed 2 ms decode budget; not measured end-to-end.</a:t>
            </a:r>
          </a:p>
        </p:txBody>
      </p:sp>
    </p:spTree>
    <p:extLst>
      <p:ext uri="{BB962C8B-B14F-4D97-AF65-F5344CB8AC3E}">
        <p14:creationId xmlns:p14="http://schemas.microsoft.com/office/powerpoint/2010/main" val="7203532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F57AA7-DD06-4260-98A3-B39E42C0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Next: measure deadline behavior under jitter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85743C-7B2F-451E-938A-F9DE3D5B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41237-6331-4BA9-BAC6-30F07F872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581A7D-84B2-4F2C-A567-A46A8C83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0619D1-1293-4968-B7E3-562BCB78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049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Record the actual per-frame budget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55579D-C90B-4A3E-99DF-A3492D55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479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Log arrival, decode completion, and display deadline. Reserve display time and a margin.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046320-0FA2-4221-8D2F-AD171234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0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E29D2A-CD74-45E4-80D7-019F34EA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03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Implement budget-based ROI selection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25A889-9CB1-4128-9F8B-00535CCE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Build a percentile-based profile. Define a fallback when no level fits the budget.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B7544D-2930-4FB2-862E-9424ECE1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50DDC9-205E-48C8-8678-45C61EB7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957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Compare fixed and adaptive policies on the same trace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1FAC18-7016-445E-A93D-E7FD5774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387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Report deadline-miss rate, tail latency, and quality. Repeat runs to check stability.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9FD8E2-16B4-4A0B-99C4-FF51323F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Measured: fixed-center quality–latency levels. Adaptive scheduling and benefits under jitter still require validation.</a:t>
            </a:r>
          </a:p>
        </p:txBody>
      </p:sp>
    </p:spTree>
    <p:extLst>
      <p:ext uri="{BB962C8B-B14F-4D97-AF65-F5344CB8AC3E}">
        <p14:creationId xmlns:p14="http://schemas.microsoft.com/office/powerpoint/2010/main" val="7183746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2026-10-30T04:52:49.7040000Z</dcterms:created>
  <dcterms:modified xsi:type="dcterms:W3CDTF">2026-10-30T04:52:49.7040000Z</dcterms:modified>
</coreProperties>
</file>