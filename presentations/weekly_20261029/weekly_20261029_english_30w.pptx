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ccb4d3982643cf" /><Relationship Type="http://schemas.openxmlformats.org/officeDocument/2006/relationships/extended-properties" Target="/docProps/app.xml" Id="R1ee22fc3d9194727" /><Relationship Type="http://schemas.openxmlformats.org/officeDocument/2006/relationships/officeDocument" Target="/ppt/presentation.xml" Id="Rcfc7733169d947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32cea49ea24aaa"/>
  </p:sldMasterIdLst>
  <p:notesMasterIdLst>
    <p:notesMasterId xmlns:r="http://schemas.openxmlformats.org/officeDocument/2006/relationships" r:id="R360564877f574f05"/>
  </p:notesMasterIdLst>
  <p:sldIdLst>
    <p:sldId xmlns:r="http://schemas.openxmlformats.org/officeDocument/2006/relationships" id="256" r:id="Rcbb8d092bfeb451b"/>
    <p:sldId xmlns:r="http://schemas.openxmlformats.org/officeDocument/2006/relationships" id="257" r:id="R74638d07bfb9464b"/>
    <p:sldId xmlns:r="http://schemas.openxmlformats.org/officeDocument/2006/relationships" id="258" r:id="R540129de170f4ce5"/>
    <p:sldId xmlns:r="http://schemas.openxmlformats.org/officeDocument/2006/relationships" id="259" r:id="Rbc3c4ca43d954c1f"/>
    <p:sldId xmlns:r="http://schemas.openxmlformats.org/officeDocument/2006/relationships" id="260" r:id="R76b02ab1c2f245a4"/>
    <p:sldId xmlns:r="http://schemas.openxmlformats.org/officeDocument/2006/relationships" id="261" r:id="R43cbe419d6a040c6"/>
    <p:sldId xmlns:r="http://schemas.openxmlformats.org/officeDocument/2006/relationships" id="262" r:id="Rb332c0f12280471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5a3082fcc04913" /><Relationship Type="http://schemas.openxmlformats.org/officeDocument/2006/relationships/slideMaster" Target="/ppt/slideMasters/slideMaster1.xml" Id="Re832cea49ea24aaa" /><Relationship Type="http://schemas.openxmlformats.org/officeDocument/2006/relationships/notesMaster" Target="/ppt/notesMasters/notesMaster1.xml" Id="R360564877f574f05" /><Relationship Type="http://schemas.openxmlformats.org/officeDocument/2006/relationships/presProps" Target="/ppt/presProps.xml" Id="R686887d8ae1944c7" /><Relationship Type="http://schemas.openxmlformats.org/officeDocument/2006/relationships/tableStyles" Target="/ppt/tableStyles.xml" Id="R3edf3e4332ae4268" /><Relationship Type="http://schemas.openxmlformats.org/officeDocument/2006/relationships/slide" Target="/ppt/slides/slide1.xml" Id="Rcbb8d092bfeb451b" /><Relationship Type="http://schemas.openxmlformats.org/officeDocument/2006/relationships/slide" Target="/ppt/slides/slide2.xml" Id="R74638d07bfb9464b" /><Relationship Type="http://schemas.openxmlformats.org/officeDocument/2006/relationships/slide" Target="/ppt/slides/slide3.xml" Id="R540129de170f4ce5" /><Relationship Type="http://schemas.openxmlformats.org/officeDocument/2006/relationships/slide" Target="/ppt/slides/slide4.xml" Id="Rbc3c4ca43d954c1f" /><Relationship Type="http://schemas.openxmlformats.org/officeDocument/2006/relationships/slide" Target="/ppt/slides/slide5.xml" Id="R76b02ab1c2f245a4" /><Relationship Type="http://schemas.openxmlformats.org/officeDocument/2006/relationships/slide" Target="/ppt/slides/slide6.xml" Id="R43cbe419d6a040c6" /><Relationship Type="http://schemas.openxmlformats.org/officeDocument/2006/relationships/slide" Target="/ppt/slides/slide7.xml" Id="Rb332c0f1228047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cbbe4256a245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7ea91b97c24ec8" /><Relationship Type="http://schemas.openxmlformats.org/officeDocument/2006/relationships/notesMaster" Target="/ppt/notesMasters/notesMaster1.xml" Id="R623c7fd1bf7e47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6a198035ef4df7" /><Relationship Type="http://schemas.openxmlformats.org/officeDocument/2006/relationships/notesMaster" Target="/ppt/notesMasters/notesMaster1.xml" Id="R1c74897bfac945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77b2938e074941" /><Relationship Type="http://schemas.openxmlformats.org/officeDocument/2006/relationships/notesMaster" Target="/ppt/notesMasters/notesMaster1.xml" Id="R20b79ba866ec4b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04597fbaf64b21" /><Relationship Type="http://schemas.openxmlformats.org/officeDocument/2006/relationships/notesMaster" Target="/ppt/notesMasters/notesMaster1.xml" Id="Re08bbbd66b024c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b69a99aafd4876" /><Relationship Type="http://schemas.openxmlformats.org/officeDocument/2006/relationships/notesMaster" Target="/ppt/notesMasters/notesMaster1.xml" Id="R54a6f29ceecd47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a5e0f379924261" /><Relationship Type="http://schemas.openxmlformats.org/officeDocument/2006/relationships/notesMaster" Target="/ppt/notesMasters/notesMaster1.xml" Id="R05bfcd7d600c4a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4f033f335748cf" /><Relationship Type="http://schemas.openxmlformats.org/officeDocument/2006/relationships/notesMaster" Target="/ppt/notesMasters/notesMaster1.xml" Id="Rf8018b9b8af347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adaptive mechanism, not implemented/validated. After inputs are ready, more remaining reconstruction time allows a larger full-resolution region; less time calls for a smaller region. The half-resolution base still covers the full image. Region sizes in this schematic are illustrative, not quantitative. Current implementation covers a fixed-center FOV sweep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results/fov_scales_full_20261029/scale_results.json and README.md. Same 30W CUDA C++ run: 1068 valid forward odd frames, 3 warmups, 5 timed repetitions per frame, one quality output per configuration/frame. Resident whole-pipeline GPU event timing without internal stage markers, fast resampling, dynamic clocks. This differs from the previous small-sample staged experiment. Mechanism: half-resolution base + padded full-resolution ROI + feather overlay. The full output is 960x540 (1.0x). Region scale is ROI width divided by full-image width: 96x54 =&gt; 0.1x, 240x135 =&gt; 0.25x, 480x270 =&gt; 0.5x. The measured 0.75x level remains in the source dataset but is omitted from this presentation. Width and height both follow these scales. ROI extent scale is not sampling resolution: pixels within the ROI remain full-resolution. The base samples at 0.5x width and 0.5x height (480x270) while covering the entire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results/fov_scales_full_20261029/scale_results.json and README.md. Same 30W CUDA C++ run: 1068 valid forward odd frames, 3 warmups, 5 timed repetitions per frame, one quality output per configuration/frame. Resident whole-pipeline GPU event timing without internal stage markers, fast resampling, dynamic clocks. This differs from the previous small-sample staged experiment. Arithmetic means of all 5340 recorded resident whole-pipeline GPU timings per configuration, not wall time. No internal stage markers. Full uses the paired baseline from the 0.25x configuration. Fixed decode budget is 2 ms once per frame, not measured joint RGB/depth/flow decoding or measured end-to-end timing. No input/output copies, network or display. Savings may include reduced clearing and resampling work; no optimal Full baseline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results/fov_scales_full_20261029/scale_results.json and README.md. Same 30W CUDA C++ run: 1068 valid forward odd frames, 3 warmups, 5 timed repetitions per frame, one quality output per configuration/frame. Resident whole-pipeline GPU event timing without internal stage markers, fast resampling, dynamic clocks. This differs from the previous small-sample staged experiment. Original uint8-overflow PSNR preserved. Stereo delta is derived only if left eye remains unchanged and per-eye PSNR dB is averaged. Quality and timing use the same 30W 1068-frame experiment: 3 warmups and 5 timing samples per frame, one quality output per configuration/frame. Timing is never divided by two. Latency adds a fixed 2 ms per-frame decode budget once, not measured decoding or end-to-end latency. Source: results/fov_scales_full_20261029/scale_results.json.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Slides 5–6 add a fixed 2 ms decode budget to local reconstruction means. Other timing values are local reconstruction measurements. None are measured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9ed0ac1fb045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3fb6e38616480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97697cde2d47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4792a28e754d3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5e4e9fe5274db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371d434e464c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ABD667-D094-4590-9F25-E3AC22B0E2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432252E-E14B-4A61-BB8A-174695D4A9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BD4335D-A81E-40E7-B0F6-BE8652C2EA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E97686-6382-4DDD-9000-B3D789E9F9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7E4A63F-EB2C-4ED8-9E79-F5DA171AC6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38D6A94-C7C2-4B41-AA9B-7B5D4F0DF1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A41F0E-EADD-4354-B1E0-20EA1EE446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B60E174-0798-464B-AA68-6665C08030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598EF3-043C-444A-A5A1-B18969FEB2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399677-67CB-4289-9849-3CCC942663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b7e54f22924e3f" /><Relationship Type="http://schemas.openxmlformats.org/officeDocument/2006/relationships/slideLayout" Target="/ppt/slideLayouts/slideLayout1.xml" Id="Rb813607ffdac450c" /><Relationship Type="http://schemas.openxmlformats.org/officeDocument/2006/relationships/slideLayout" Target="/ppt/slideLayouts/slideLayout2.xml" Id="R9e9fc027ed754cc0" /><Relationship Type="http://schemas.openxmlformats.org/officeDocument/2006/relationships/slideLayout" Target="/ppt/slideLayouts/slideLayout3.xml" Id="R091a50b85bd3430d" /><Relationship Type="http://schemas.openxmlformats.org/officeDocument/2006/relationships/slideLayout" Target="/ppt/slideLayouts/slideLayout4.xml" Id="Re14965a389d04172" /><Relationship Type="http://schemas.openxmlformats.org/officeDocument/2006/relationships/slideLayout" Target="/ppt/slideLayouts/slideLayout5.xml" Id="Rc79c43a5a795441b" /><Relationship Type="http://schemas.openxmlformats.org/officeDocument/2006/relationships/slideLayout" Target="/ppt/slideLayouts/slideLayout6.xml" Id="Reade1bf42a6740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13607ffdac450c"/>
    <p:sldLayoutId xmlns:r="http://schemas.openxmlformats.org/officeDocument/2006/relationships" id="2147483650" r:id="R9e9fc027ed754cc0"/>
    <p:sldLayoutId xmlns:r="http://schemas.openxmlformats.org/officeDocument/2006/relationships" id="2147483651" r:id="R091a50b85bd3430d"/>
    <p:sldLayoutId xmlns:r="http://schemas.openxmlformats.org/officeDocument/2006/relationships" id="2147483652" r:id="Re14965a389d04172"/>
    <p:sldLayoutId xmlns:r="http://schemas.openxmlformats.org/officeDocument/2006/relationships" id="2147483653" r:id="Rc79c43a5a795441b"/>
    <p:sldLayoutId xmlns:r="http://schemas.openxmlformats.org/officeDocument/2006/relationships" id="2147483654" r:id="Reade1bf42a6740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fdff982a6f4e19" /><Relationship Type="http://schemas.openxmlformats.org/officeDocument/2006/relationships/notesSlide" Target="/ppt/notesSlides/notesSlide1.xml" Id="R9f68b3dcd5254e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817f6e30c14696" /><Relationship Type="http://schemas.openxmlformats.org/officeDocument/2006/relationships/notesSlide" Target="/ppt/notesSlides/notesSlide2.xml" Id="Raee421bb75284d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c820821902455a" /><Relationship Type="http://schemas.openxmlformats.org/officeDocument/2006/relationships/notesSlide" Target="/ppt/notesSlides/notesSlide3.xml" Id="Ref739a22a41848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ce23cc38449d2" /><Relationship Type="http://schemas.openxmlformats.org/officeDocument/2006/relationships/notesSlide" Target="/ppt/notesSlides/notesSlide4.xml" Id="Rbde079aed7fc45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6280645ab141a9" /><Relationship Type="http://schemas.openxmlformats.org/officeDocument/2006/relationships/chart" Target="/ppt/slides/charts/chart1.xml" Id="Rcace51438dbf4d65" /><Relationship Type="http://schemas.openxmlformats.org/officeDocument/2006/relationships/notesSlide" Target="/ppt/notesSlides/notesSlide5.xml" Id="R615f44e5ed9f45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d6387857984aba" /><Relationship Type="http://schemas.openxmlformats.org/officeDocument/2006/relationships/notesSlide" Target="/ppt/notesSlides/notesSlide6.xml" Id="R3a3d568dd16c43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c2d53f8476452d" /><Relationship Type="http://schemas.openxmlformats.org/officeDocument/2006/relationships/notesSlide" Target="/ppt/notesSlides/notesSlide7.xml" Id="R377cb7e283dc4c7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Measured reconstruction</c:v>
          </c:tx>
          <c:spPr>
            <a:solidFill xmlns:a="http://schemas.openxmlformats.org/drawingml/2006/main">
              <a:srgbClr val="086B93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Full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8.882</c:v>
                </c:pt>
                <c:pt idx="1">
                  <c:v>3.631</c:v>
                </c:pt>
                <c:pt idx="2">
                  <c:v>4.257</c:v>
                </c:pt>
                <c:pt idx="3">
                  <c:v>6.158</c:v>
                </c:pt>
              </c:numCache>
            </c:numRef>
          </c:val>
        </c:ser>
        <c:ser>
          <c:idx val="1"/>
          <c:order val="1"/>
          <c:tx>
            <c:v>Fixed decode budget (2 ms)</c:v>
          </c:tx>
          <c:spPr>
            <a:solidFill xmlns:a="http://schemas.openxmlformats.org/drawingml/2006/main">
              <a:srgbClr val="D17B28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Full</c:v>
                </c:pt>
                <c:pt idx="1">
                  <c:v>0.1×</c:v>
                </c:pt>
                <c:pt idx="2">
                  <c:v>0.25×</c:v>
                </c:pt>
                <c:pt idx="3">
                  <c:v>0.5×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Decode + GPU reconstruction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6B3B9-E27D-4F70-9EFF-46378172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B54C1-30D9-4EA6-9756-7A2C7304E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4251D-410F-4685-A072-2A9E3F2E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8FAA2-D72C-4133-B368-CEE8D039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9395930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7A48EE-7652-4540-8B5F-E0C4D59D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E77A37-6968-4F85-ABF0-72C999CE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B1FD8-0296-48CA-8B80-EB561726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6374B2-1EB6-4D88-9CB7-3BB76243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43380-9A93-4737-AD43-C70B7488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CA64C-BD4C-41A4-BCB7-2383B610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54F06-6443-49BE-B43A-971E81E9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C0710-29A0-44EE-AF38-622D341F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0F7E8-03F0-47BA-9733-4F689379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C0234-EF08-41C8-9347-BAE36C51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EBE8BD-CE58-475B-825A-B985CE47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2851C4-5144-4CB2-827B-1ABEBBDB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005E2-7188-4981-8554-F6F4EA29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231E1-07DF-4A0A-A25D-8B51BB46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AD455-1100-404A-ACCE-99475A39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C94F78-C9D4-471B-ACD2-0D50E4A4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42146F-8896-4942-9FFD-8ACEA50C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E530E6-FBAE-4963-93E7-886F04B5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5CC9C7-3285-46EB-B1C0-251386EB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804ED7-AEDC-46D8-AF8A-D13F96D8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A4F118-66B1-422D-81EE-21DF2232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15DBAE-7EA4-4B7E-AB92-95D7C916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8E40C4-2167-41B0-9D20-653D7A7E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DBD944-5A50-4AED-852F-85156280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260CA8-5F07-463B-A566-E7EAACB1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429049-F10F-4F18-8820-49687F01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1C3C00-8D44-4687-98E7-FA939230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83CDF-4AB2-40BD-90AE-89BD1F0A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2980634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5D8A48-309B-450D-9AA0-5DE13F41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Adapt the full-resolution region to available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BD704-4BDE-4767-8992-AD702634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8428C-504E-4505-BC27-96C86784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946B46-4B1B-4ABE-B3CC-0A6C70A4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More 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7FE57-EBF0-4492-901E-B07A5863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050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13740-D0F8-462F-A215-7883059B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1447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1D1375-6055-4EFF-9787-6C327FBD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03797"/>
            <a:ext cx="2400300" cy="13501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2BC7C6-0FE2-41E9-895B-F970C1E4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765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Larger full-resolution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1DD18C-3C4F-4815-B7C1-6309D05F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Less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FC541D-FB32-47E4-835C-736D8A66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76775"/>
            <a:ext cx="138112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FC954-F9A5-497E-97B0-2813D897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57625"/>
            <a:ext cx="3429000" cy="1928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134293-C5F0-4D93-8916-70303102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2709"/>
            <a:ext cx="1028700" cy="5786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F33DE7-4FAE-4890-82C3-BAF74D8C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482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Smaller full-resolution region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6A18DA-B5E0-4110-B23C-F35FD33E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Proposed adaptation. Fixed-center levels are measured;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0041976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160E10-80D1-4873-ACCD-E248EF0E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EEAF6-69D5-4E07-A4EF-847EBD0E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1B946-8CA4-4106-9BB0-4A1BF876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ABFA0-BCA8-4977-A2EA-4D0B30B0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86966-D340-4B3F-839D-AB377033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F53F8-D1D0-4909-B1E1-DE3E34CD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Base sampling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width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0.5× height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9F7E01-5985-4AF8-A196-56FB27E7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Base covers the whole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0D6C1-8B12-4F0C-9217-17E389D0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25D2C-133B-4AC2-A573-3B607BCA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63119-7449-4DE3-B8D7-1DEF6BA9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50142-7EBA-4BEF-BC5B-3BF06AE6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2F24F-DB16-4D3F-8698-9BCC6DA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A327AA-859C-41B1-9BE9-47BC930C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273DEA-CF34-46BE-A4BB-E7A069A3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7A4FF3-C532-4F6C-8BC0-1D652955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4BEE1-D249-43BB-A282-2A101089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F6E008-FB53-4E6E-A9EB-DE8B22A7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1.0×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B1A712-2F5D-4989-AAA2-CDDCEA32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Full-resolution region width: 0.1×, 0.25×, 0.5×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F14F78-1956-4EF4-9486-57568E88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Region scale = region width / image width. Sampling inside the region stays at full resolution.</a:t>
            </a:r>
          </a:p>
        </p:txBody>
      </p:sp>
    </p:spTree>
    <p:extLst>
      <p:ext uri="{BB962C8B-B14F-4D97-AF65-F5344CB8AC3E}">
        <p14:creationId xmlns:p14="http://schemas.microsoft.com/office/powerpoint/2010/main" val="19681074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E003F-CA2B-4A50-B33A-D8C95C68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30W CUDA C++: decode budget +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F75C9-6297-40F4-BBA6-9492432E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4ADD6-BEFB-4184-B614-FEBA0843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B886552D-D426-4B67-9A22-F4C1B9418EA2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7715250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ce51438dbf4d6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420D4-4060-4203-9D09-136A09C2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0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1068 frames at 30W; 5 repetitions/frame. GPU timing, not wall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92C47-6C49-48BD-A3BA-D1295750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0.25× region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7521F-AB3E-41DD-96AF-D8CEE093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6.257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675CE-E416-4ABF-9A14-554DD593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decode + reconstruction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C2F7C3-8CC3-4F30-B3BA-E1BE23C6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1.74×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D56BB-C3F9-4301-955C-A076030C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Full + decode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3FDFF0-1BAB-4DD4-89C1-D61FB699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Derived budget, not measured end-to-end. Copies excluded. Includes clearing and resampling; no optimal-Full claim.</a:t>
            </a:r>
          </a:p>
        </p:txBody>
      </p:sp>
    </p:spTree>
    <p:extLst>
      <p:ext uri="{BB962C8B-B14F-4D97-AF65-F5344CB8AC3E}">
        <p14:creationId xmlns:p14="http://schemas.microsoft.com/office/powerpoint/2010/main" val="18419267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7BD5C-1D53-4591-B927-ADEFEF99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 and timing across region sizes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8650C-9037-4AB2-95F7-F6BBF625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63598-DD78-42F3-9F07-68FFA425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244F8-0B9B-4822-8D52-6F832A090294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019550"/>
              </a:tblGrid>
              <a:tr h="802481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width scale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Decode + recon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PSNR loss (dB)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80248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0.1×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5.631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0.0859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248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0.25×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6.257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0.0785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80248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0.5×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8.158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0.0599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60E00-BE88-4BF3-AA36-0F395315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Loss versus Full. Derived assuming unchanged left eye and mean per-eye PSNR in dB.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2D957-4003-4D07-A01D-1B17E75C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Original overflow PSNR preserved. Quality and timing: same 30W run, 1068 frames.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887F4-034A-451D-833C-12B83E11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 adds a fixed 2 ms decode budget; not measured end-to-end.</a:t>
            </a:r>
          </a:p>
        </p:txBody>
      </p:sp>
    </p:spTree>
    <p:extLst>
      <p:ext uri="{BB962C8B-B14F-4D97-AF65-F5344CB8AC3E}">
        <p14:creationId xmlns:p14="http://schemas.microsoft.com/office/powerpoint/2010/main" val="17493682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40E5E0-BA90-45BF-BEC9-211C0F9C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40A45-73A3-419D-B6A6-4FAB5FAF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8BB7F-5AF8-4460-B091-180B35AA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A3BCE-9310-4826-B745-8064F6E7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05D98-95B4-4453-B73F-A64166B8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15D8C-959B-475F-8AF8-3CF724DA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10781-E82E-43D5-A987-32BDC7EA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D710E-13CE-4C17-91CB-FD1C2707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B8D78-F0AF-4F2C-9DD5-8800E0CE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95094E-494A-4857-9546-697B8729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689CAB-75C3-4CBD-BF4F-44DC445B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4A144-5FA2-4DAD-8290-579FD242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50BF56-F2B8-4A3B-9D5A-07178816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18150906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2026-10-30T05:44:28.6160000Z</dcterms:created>
  <dcterms:modified xsi:type="dcterms:W3CDTF">2026-10-30T05:44:28.6160000Z</dcterms:modified>
</coreProperties>
</file>