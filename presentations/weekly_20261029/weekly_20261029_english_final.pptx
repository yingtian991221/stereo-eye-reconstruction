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dc66e0800143fe" /><Relationship Type="http://schemas.openxmlformats.org/officeDocument/2006/relationships/extended-properties" Target="/docProps/app.xml" Id="R1e0dcd7dc0a34606" /><Relationship Type="http://schemas.openxmlformats.org/officeDocument/2006/relationships/officeDocument" Target="/ppt/presentation.xml" Id="Rb41ed51fd2c643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a590dddc3543e5"/>
  </p:sldMasterIdLst>
  <p:notesMasterIdLst>
    <p:notesMasterId xmlns:r="http://schemas.openxmlformats.org/officeDocument/2006/relationships" r:id="Rb143149f0eee46ec"/>
  </p:notesMasterIdLst>
  <p:sldIdLst>
    <p:sldId xmlns:r="http://schemas.openxmlformats.org/officeDocument/2006/relationships" id="256" r:id="Reddbe7665d5843a2"/>
    <p:sldId xmlns:r="http://schemas.openxmlformats.org/officeDocument/2006/relationships" id="257" r:id="Rcd35bc86e509448d"/>
    <p:sldId xmlns:r="http://schemas.openxmlformats.org/officeDocument/2006/relationships" id="258" r:id="Rb06a29f4d6704829"/>
    <p:sldId xmlns:r="http://schemas.openxmlformats.org/officeDocument/2006/relationships" id="259" r:id="R8a4e8d52555d4578"/>
    <p:sldId xmlns:r="http://schemas.openxmlformats.org/officeDocument/2006/relationships" id="260" r:id="R252f7c1b18b24f23"/>
    <p:sldId xmlns:r="http://schemas.openxmlformats.org/officeDocument/2006/relationships" id="261" r:id="R2cf0c1cf2cd74d70"/>
    <p:sldId xmlns:r="http://schemas.openxmlformats.org/officeDocument/2006/relationships" id="262" r:id="Rcf73cdef08b142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e1d3dfa4ee4a49" /><Relationship Type="http://schemas.openxmlformats.org/officeDocument/2006/relationships/slideMaster" Target="/ppt/slideMasters/slideMaster1.xml" Id="Rdfa590dddc3543e5" /><Relationship Type="http://schemas.openxmlformats.org/officeDocument/2006/relationships/notesMaster" Target="/ppt/notesMasters/notesMaster1.xml" Id="Rb143149f0eee46ec" /><Relationship Type="http://schemas.openxmlformats.org/officeDocument/2006/relationships/presProps" Target="/ppt/presProps.xml" Id="R4c19f6ec24964379" /><Relationship Type="http://schemas.openxmlformats.org/officeDocument/2006/relationships/tableStyles" Target="/ppt/tableStyles.xml" Id="R93fe7c9edc2e4dac" /><Relationship Type="http://schemas.openxmlformats.org/officeDocument/2006/relationships/slide" Target="/ppt/slides/slide1.xml" Id="Reddbe7665d5843a2" /><Relationship Type="http://schemas.openxmlformats.org/officeDocument/2006/relationships/slide" Target="/ppt/slides/slide2.xml" Id="Rcd35bc86e509448d" /><Relationship Type="http://schemas.openxmlformats.org/officeDocument/2006/relationships/slide" Target="/ppt/slides/slide3.xml" Id="Rb06a29f4d6704829" /><Relationship Type="http://schemas.openxmlformats.org/officeDocument/2006/relationships/slide" Target="/ppt/slides/slide4.xml" Id="R8a4e8d52555d4578" /><Relationship Type="http://schemas.openxmlformats.org/officeDocument/2006/relationships/slide" Target="/ppt/slides/slide5.xml" Id="R252f7c1b18b24f23" /><Relationship Type="http://schemas.openxmlformats.org/officeDocument/2006/relationships/slide" Target="/ppt/slides/slide6.xml" Id="R2cf0c1cf2cd74d70" /><Relationship Type="http://schemas.openxmlformats.org/officeDocument/2006/relationships/slide" Target="/ppt/slides/slide7.xml" Id="Rcf73cdef08b142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cb746b521248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043f98eae84f68" /><Relationship Type="http://schemas.openxmlformats.org/officeDocument/2006/relationships/notesMaster" Target="/ppt/notesMasters/notesMaster1.xml" Id="Re4c65c6aa34f40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5fecb3143a4db1" /><Relationship Type="http://schemas.openxmlformats.org/officeDocument/2006/relationships/notesMaster" Target="/ppt/notesMasters/notesMaster1.xml" Id="R5357132573a047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e1f136e33474c" /><Relationship Type="http://schemas.openxmlformats.org/officeDocument/2006/relationships/notesMaster" Target="/ppt/notesMasters/notesMaster1.xml" Id="R47aef4e358b94f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089f47c4b843d9" /><Relationship Type="http://schemas.openxmlformats.org/officeDocument/2006/relationships/notesMaster" Target="/ppt/notesMasters/notesMaster1.xml" Id="R1d9cebf66f3846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d684cf144740a8" /><Relationship Type="http://schemas.openxmlformats.org/officeDocument/2006/relationships/notesMaster" Target="/ppt/notesMasters/notesMaster1.xml" Id="Rc752e2bfcde246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0e39f6e91c4948" /><Relationship Type="http://schemas.openxmlformats.org/officeDocument/2006/relationships/notesMaster" Target="/ppt/notesMasters/notesMaster1.xml" Id="Rbd3620c2e7eb40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8f52a0d1ac458e" /><Relationship Type="http://schemas.openxmlformats.org/officeDocument/2006/relationships/notesMaster" Target="/ppt/notesMasters/notesMaster1.xml" Id="R228ce6a12e9b46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Mechanism: half-resolution base + padded full-resolution ROI + feather overlay. The full output is 960x540 (1.0x). Region scale is ROI width divided by full-image width: 80x46 =&gt; 0.083333x, 160x90 =&gt; 0.166667x, 320x180 =&gt; 0.333333x, 480x270 =&gt; 0.5x, 640x360 =&gt; 0.666667x. Height approximately follows the same scale; the smallest ROI uses height46 for even alignment, instead of45. ROI extent scale is not sampling resolution: pixels within the ROI remain full-resolution. The base samples at 0.5x width and 0.5x height (480x270) while covering the entire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results/cu_breakdown_xavier_20261029/README.md; results/fov_decode_budget_2ms_20261029/summary.csv. Four workloads, each frame39; 10 warmups and 100 timed runs per path. Arithmetic means of staged resident GPU timelines, not wall time. Full uses the paired baseline from the 2.8% configuration. Fixed decode budget is 2 ms once per frame, not measured joint RGB/depth/flow decoding or measured end-to-end timing. No input/output copies, network or display. Fast resampling enabled. Clearing dominates Full and accounts for about 58% of the Full-to-2.8% reconstruction saving, so the gain cannot be attributed entirely to reduced reprojection computation. No claim of an optimal Full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Original uint8-overflow PSNR preserved. Stereo delta is derived only if left eye remains unchanged and per-eye PSNR dB is averaged. Quality: 15W, 1068 frames. Timing: separate 30W four-frame CUDA staged GPU experiment; not joint measurements and no new quality equivalence verified. Timing is never divided by two. Latency adds a fixed 2 ms per-frame decode budget once, not measured decoding or end-to-end latency. Source: results/fov_decode_budget_2ms_20261029/summary.csv.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5–6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91afff28b748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ae0d8f11344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c9d5a46024e2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2331282f644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482550bb74c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b13ee63f1149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09009B-1A47-4272-A1AF-D68F93D8D4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651BADE-C19C-4607-825A-F3D5CEF0D1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4BD0149-78AC-4464-AF1D-C893032376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2AA6D3-9972-4C18-AF53-12E189C62E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AA1C96D-AD45-466C-8D64-86FA687108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6EA457B-E80C-4F55-B0A0-EE9E4DBB12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AD570F6-20C3-4265-9E50-E123F543FE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33ADD3E-A083-4557-B64C-334442F7BE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F3CE29-133F-465D-835B-AD89879F8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27D6870-A1F9-4897-81D5-344E699834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4735cc20af4780" /><Relationship Type="http://schemas.openxmlformats.org/officeDocument/2006/relationships/slideLayout" Target="/ppt/slideLayouts/slideLayout1.xml" Id="R56a1220e3f764421" /><Relationship Type="http://schemas.openxmlformats.org/officeDocument/2006/relationships/slideLayout" Target="/ppt/slideLayouts/slideLayout2.xml" Id="Rdb37c5a3c1f14175" /><Relationship Type="http://schemas.openxmlformats.org/officeDocument/2006/relationships/slideLayout" Target="/ppt/slideLayouts/slideLayout3.xml" Id="R0d71e67c7e2a4467" /><Relationship Type="http://schemas.openxmlformats.org/officeDocument/2006/relationships/slideLayout" Target="/ppt/slideLayouts/slideLayout4.xml" Id="Recb73b78be3d49e5" /><Relationship Type="http://schemas.openxmlformats.org/officeDocument/2006/relationships/slideLayout" Target="/ppt/slideLayouts/slideLayout5.xml" Id="Rdfa5bbec01004df8" /><Relationship Type="http://schemas.openxmlformats.org/officeDocument/2006/relationships/slideLayout" Target="/ppt/slideLayouts/slideLayout6.xml" Id="Rcd4490f23ec344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a1220e3f764421"/>
    <p:sldLayoutId xmlns:r="http://schemas.openxmlformats.org/officeDocument/2006/relationships" id="2147483650" r:id="Rdb37c5a3c1f14175"/>
    <p:sldLayoutId xmlns:r="http://schemas.openxmlformats.org/officeDocument/2006/relationships" id="2147483651" r:id="R0d71e67c7e2a4467"/>
    <p:sldLayoutId xmlns:r="http://schemas.openxmlformats.org/officeDocument/2006/relationships" id="2147483652" r:id="Recb73b78be3d49e5"/>
    <p:sldLayoutId xmlns:r="http://schemas.openxmlformats.org/officeDocument/2006/relationships" id="2147483653" r:id="Rdfa5bbec01004df8"/>
    <p:sldLayoutId xmlns:r="http://schemas.openxmlformats.org/officeDocument/2006/relationships" id="2147483654" r:id="Rcd4490f23ec344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568fa30f0a44c9" /><Relationship Type="http://schemas.openxmlformats.org/officeDocument/2006/relationships/notesSlide" Target="/ppt/notesSlides/notesSlide1.xml" Id="Red9a07cbfc3c47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8a32e7221240f3" /><Relationship Type="http://schemas.openxmlformats.org/officeDocument/2006/relationships/notesSlide" Target="/ppt/notesSlides/notesSlide2.xml" Id="Rb6226c75b56e41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1846731ac141fc" /><Relationship Type="http://schemas.openxmlformats.org/officeDocument/2006/relationships/notesSlide" Target="/ppt/notesSlides/notesSlide3.xml" Id="R80a8aab6540643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52e7f443b415b" /><Relationship Type="http://schemas.openxmlformats.org/officeDocument/2006/relationships/notesSlide" Target="/ppt/notesSlides/notesSlide4.xml" Id="Rdee0263b951c43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14496e1fde44f6" /><Relationship Type="http://schemas.openxmlformats.org/officeDocument/2006/relationships/chart" Target="/ppt/slides/charts/chart1.xml" Id="Ra00bb7ec55c04ba2" /><Relationship Type="http://schemas.openxmlformats.org/officeDocument/2006/relationships/notesSlide" Target="/ppt/notesSlides/notesSlide5.xml" Id="R3e542a94d71644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91586a69024a32" /><Relationship Type="http://schemas.openxmlformats.org/officeDocument/2006/relationships/notesSlide" Target="/ppt/notesSlides/notesSlide6.xml" Id="R7fc27aba08f942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380505c56f4129" /><Relationship Type="http://schemas.openxmlformats.org/officeDocument/2006/relationships/notesSlide" Target="/ppt/notesSlides/notesSlide7.xml" Id="R98e1c2379a5d498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Full</c:v>
                </c:pt>
                <c:pt idx="1">
                  <c:v>0.7%</c:v>
                </c:pt>
                <c:pt idx="2">
                  <c:v>2.8%</c:v>
                </c:pt>
                <c:pt idx="3">
                  <c:v>11.1%</c:v>
                </c:pt>
                <c:pt idx="4">
                  <c:v>25.0%</c:v>
                </c:pt>
                <c:pt idx="5">
                  <c:v>44.4%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7.996</c:v>
                </c:pt>
                <c:pt idx="1">
                  <c:v>3.248</c:v>
                </c:pt>
                <c:pt idx="2">
                  <c:v>3.462</c:v>
                </c:pt>
                <c:pt idx="3">
                  <c:v>4.318</c:v>
                </c:pt>
                <c:pt idx="4">
                  <c:v>5.637</c:v>
                </c:pt>
                <c:pt idx="5">
                  <c:v>7.543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Data'!$C$2:$C$7</c:f>
              <c:strCache>
                <c:ptCount val="6"/>
                <c:pt idx="0">
                  <c:v>Full</c:v>
                </c:pt>
                <c:pt idx="1">
                  <c:v>0.7%</c:v>
                </c:pt>
                <c:pt idx="2">
                  <c:v>2.8%</c:v>
                </c:pt>
                <c:pt idx="3">
                  <c:v>11.1%</c:v>
                </c:pt>
                <c:pt idx="4">
                  <c:v>25.0%</c:v>
                </c:pt>
                <c:pt idx="5">
                  <c:v>44.4%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9185C-01FE-48E9-8E68-11D43347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C9B25-B5F1-49D7-A870-7DE736A7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926AD-B103-49A7-84B2-3971E072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B6D7B6-E683-4CB7-8FF8-40832E56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1845059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889156-0D14-4233-A9F7-DD2D38BC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BA3E8-37EC-40F9-96B5-41503E79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D112C-CD28-4A5E-A1D4-485B66C0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3B468-A151-46B7-999B-708ED938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6AB31-0113-418D-A4C0-0200BD8A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279DA-3A5F-44C0-9820-B1F3CA01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DD79D-C86F-4565-B208-60DB8B2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02417-D056-4586-BE2B-59F2B681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F5134-F031-496E-B91C-2CCB310E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4674D-F33D-4B17-9C2D-D1DC5A79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812AF-268D-4C19-A6C9-A77F1B1F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0D6F9-C8EB-44A6-A6DD-51EA68FB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49A39-7FDB-4443-A6E0-59FD68A8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78E5B-4CF3-4388-B4C3-8467765F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59F7FA-B562-4D0C-9458-7912B2CB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BFB918-8402-4C93-B258-E3158B51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1FD7E6-A4D8-4AEB-88B6-AE1F3F6F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90418-9369-4D10-8321-415940EB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3ACBC-3BC9-450F-8B81-52DD4904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73351F-262A-4398-8909-31892CCA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6F7D3-B078-444D-BA1C-0C9B19A0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5B0D14-396F-4EA8-AEF2-F6E3986C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389395-F859-43DE-9FA6-1C5AA1B0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5CD671-9298-47D5-AB30-EA232745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C4900D-D60D-4953-9336-51E315F3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56077A-D621-4F95-9B34-56913F86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68AF76-8A31-4F7C-ACC4-82D4B8D3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C9C0CE-3DFA-46E8-B4EF-F2636F72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1409362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318F4-ADA3-4F82-A7E5-1F9C5BF4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51F25F-479F-4A1A-9DDD-8CE04CE6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182CE-5FA7-4CF6-B813-3AD3EAFB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58392-017D-4F5B-95C7-4C215A11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EC432-D71D-464D-B3C0-7AF4DEF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050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CD2D0-A0FC-4CE1-8556-FBC272F3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1447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3FC36-C0DF-47EB-BBBF-6C2F22B5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3797"/>
            <a:ext cx="2400300" cy="13501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06F8D-7381-4317-9570-3F24E859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765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4F411-56E3-49DE-8ACF-5848DCBC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959647-6806-4C2B-BEDD-95282530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767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CCFD7-C78B-44DB-8759-DDB7CFE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5762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92CC3-3BA5-4E45-AA27-9176397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2709"/>
            <a:ext cx="1028700" cy="5786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99602-0D6B-4F66-B196-C16617BB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618C8-29F6-4152-A5FB-4237E39A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520135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90E7BC-F5E2-414A-AC52-863D442E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11848-0E3F-4D59-8A38-888968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B14C4-A3A3-437F-829F-C3366F69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A59B4-FA89-44A1-99D7-724FB0F0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6C474-24DB-45FD-B544-7E797567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E5C0ED-197E-49DC-9B2E-82474062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width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height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8AE41-8932-445C-90D5-E48CECC2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50FF8-98B7-4E6E-9DE9-A9F2A655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A9744-7733-4338-B2EA-754BBD0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1D8D4-54D2-4F20-B837-C90A7FD1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CA3C0-C7FE-4D04-A534-0407DD32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AE545E-C88B-45D1-BE3D-904282A5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BC6D5-EF0D-49EC-8B90-982C96F6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E8751-4EDD-4021-9553-55DC26E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E2F185-C79A-4AE2-9115-82DDDB9F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E4506-D1E4-4CAE-B56E-2526D1A7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B62B1-220F-4C6D-8CAB-24CD4B07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1.0×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A7DF32-B0A9-4602-B8A4-002DCC5A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 width: 0.08×, 0.17×, 0.33×, 0.50×, 0.67×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9D7666-F742-47FC-9761-89CBA26D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scale = region width / image width. Sampling inside the region stays at full resolution.</a:t>
            </a:r>
          </a:p>
        </p:txBody>
      </p:sp>
    </p:spTree>
    <p:extLst>
      <p:ext uri="{BB962C8B-B14F-4D97-AF65-F5344CB8AC3E}">
        <p14:creationId xmlns:p14="http://schemas.microsoft.com/office/powerpoint/2010/main" val="606043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0E4F3-1574-411F-878A-BD7553CE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2A012-794B-45CC-A04B-FDDCC9FF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29E61-CB9C-44DB-8A4A-59D3EE23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9844BE6-ECD9-439B-AC1C-7836C10B5F24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0bb7ec55c04ba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65BA1-E81E-4E51-8B2C-2505B405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4 workloads × frame 39; 100 repetitions/path. GPU timeline, not wall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8E702-AF40-4E3C-9C30-6C3DB5B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2.8%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1AA88-549B-4459-937A-49F95284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5.462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E08D9-DE6D-463C-81B3-16C85A2A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AA6EB-02FB-42A5-94DD-924562B9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1.83×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6F32D-FC77-4962-BD3A-22FF1BAB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32637-B9D4-4203-822C-4D17BE9F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Derived budget, not measured end-to-end. Copies excluded. Savings include reduced clearing work; no optimal-Full claim.</a:t>
            </a:r>
          </a:p>
        </p:txBody>
      </p:sp>
    </p:spTree>
    <p:extLst>
      <p:ext uri="{BB962C8B-B14F-4D97-AF65-F5344CB8AC3E}">
        <p14:creationId xmlns:p14="http://schemas.microsoft.com/office/powerpoint/2010/main" val="5841518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4CE1E8-BF96-4F64-B6E3-D4406243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3FBD6-E63F-40FA-97D3-82A6A596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5864A-465E-4583-9191-F1556CA5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A95FC-757C-4E87-A70C-188BC0811CD4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619375"/>
                <a:gridCol w="2724150"/>
                <a:gridCol w="3105150"/>
              </a:tblGrid>
              <a:tr h="534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(% of image)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5.248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-0.1727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2.8%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5.462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-0.1668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-0.0834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11.1%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6.318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-0.1462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-0.0731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25.0%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7.637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-0.1200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44.4%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9.543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-0.0430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1A780-70FE-47B1-91FD-A2859593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622C3-34F2-42B1-9079-660A3A78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FCAC2-791E-4524-A062-83BE093C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30W, 4 frames + fixed 2 ms decode. Quality: 15W, 1068 frames. Separate experiments, not jointly measured.</a:t>
            </a:r>
          </a:p>
        </p:txBody>
      </p:sp>
    </p:spTree>
    <p:extLst>
      <p:ext uri="{BB962C8B-B14F-4D97-AF65-F5344CB8AC3E}">
        <p14:creationId xmlns:p14="http://schemas.microsoft.com/office/powerpoint/2010/main" val="973209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061BC2-1C04-4E6D-88A4-723A6807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1DC4C-62F7-429A-AAA8-F8055C95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B84C5-357B-4A37-A60E-1478AA84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94C24-AB06-4D11-9010-997A298A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A773A-821F-4D39-B1B2-1E8D9CED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B170B-B280-487B-83A8-F96A8E4D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7466E-2A78-44A0-8807-651FEE27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26CF3-E8ED-4B4A-BF09-D9105063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4E76B-2401-4993-AC76-6830022A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E08B7-8360-42A4-9E2E-425511FD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DCCC0-0A43-4FE8-9C63-1C6971E5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1E293-2794-4830-B726-E157A1D6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C0EEC-5BEE-45E7-B4AD-66BF4878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1884115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2026-10-30T04:15:49.8100000Z</dcterms:created>
  <dcterms:modified xsi:type="dcterms:W3CDTF">2026-10-30T04:15:49.8100000Z</dcterms:modified>
</coreProperties>
</file>